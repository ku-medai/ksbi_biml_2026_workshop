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7423db45a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7423db45a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7423db45a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7423db45a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7423db45a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f7423db45a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742af58d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742af58d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75" y="661100"/>
            <a:ext cx="9144002" cy="266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35850" y="2396575"/>
            <a:ext cx="7373523" cy="2511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0" y="110100"/>
            <a:ext cx="453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구글 드라이브와 코랩(Colab) 연동하기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130600" y="2192275"/>
            <a:ext cx="5801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AutoNum type="arabicParenR"/>
            </a:pPr>
            <a:r>
              <a:rPr b="1" lang="ko" sz="1500">
                <a:solidFill>
                  <a:srgbClr val="FF0000"/>
                </a:solidFill>
              </a:rPr>
              <a:t>“공유 문서함 → 정리 → 바로가기 추가” </a:t>
            </a:r>
            <a:endParaRPr b="1" sz="1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0" y="110100"/>
            <a:ext cx="453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구글 드라이브와 코랩(Colab) 연동하기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50" y="3257044"/>
            <a:ext cx="9143999" cy="1820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06625" y="721750"/>
            <a:ext cx="3792274" cy="31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4"/>
          <p:cNvSpPr txBox="1"/>
          <p:nvPr/>
        </p:nvSpPr>
        <p:spPr>
          <a:xfrm>
            <a:off x="182800" y="602700"/>
            <a:ext cx="453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FF0000"/>
                </a:solidFill>
              </a:rPr>
              <a:t>2) 내 드라이브에 추가</a:t>
            </a:r>
            <a:endParaRPr b="1" sz="15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/>
        </p:nvSpPr>
        <p:spPr>
          <a:xfrm>
            <a:off x="0" y="110100"/>
            <a:ext cx="453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구글 드라이브와 코랩(Colab) 연동하기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00" y="1021000"/>
            <a:ext cx="7147574" cy="36970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5"/>
          <p:cNvSpPr txBox="1"/>
          <p:nvPr/>
        </p:nvSpPr>
        <p:spPr>
          <a:xfrm>
            <a:off x="182800" y="602700"/>
            <a:ext cx="453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FF0000"/>
                </a:solidFill>
              </a:rPr>
              <a:t>3) 코랩에서 드라이브 연동 실행</a:t>
            </a:r>
            <a:endParaRPr b="1" sz="1500">
              <a:solidFill>
                <a:srgbClr val="FF0000"/>
              </a:solidFill>
            </a:endParaRPr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0574" y="2961050"/>
            <a:ext cx="4492451" cy="198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/>
        </p:nvSpPr>
        <p:spPr>
          <a:xfrm>
            <a:off x="0" y="110100"/>
            <a:ext cx="453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구글 드라이브와 코랩(Colab) 연동하기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182800" y="602700"/>
            <a:ext cx="453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FF0000"/>
                </a:solidFill>
              </a:rPr>
              <a:t>4</a:t>
            </a:r>
            <a:r>
              <a:rPr b="1" lang="ko" sz="1500">
                <a:solidFill>
                  <a:srgbClr val="FF0000"/>
                </a:solidFill>
              </a:rPr>
              <a:t>) </a:t>
            </a:r>
            <a:r>
              <a:rPr b="1" lang="ko" sz="1500">
                <a:solidFill>
                  <a:srgbClr val="FF0000"/>
                </a:solidFill>
              </a:rPr>
              <a:t>경로 가져와서 데이터 바로 활용 가능</a:t>
            </a:r>
            <a:endParaRPr b="1" sz="1500">
              <a:solidFill>
                <a:srgbClr val="FF0000"/>
              </a:solidFill>
            </a:endParaRPr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3575" y="491150"/>
            <a:ext cx="4126400" cy="4499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600"/>
            <a:ext cx="4424233" cy="382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/>
        </p:nvSpPr>
        <p:spPr>
          <a:xfrm>
            <a:off x="0" y="110100"/>
            <a:ext cx="453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chemeClr val="dk1"/>
                </a:solidFill>
              </a:rPr>
              <a:t>구글 드라이브와 코랩(Colab) 연동하기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182800" y="602700"/>
            <a:ext cx="4530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500">
                <a:solidFill>
                  <a:srgbClr val="FF0000"/>
                </a:solidFill>
              </a:rPr>
              <a:t>[추가] 내 드라이브에 Output 폴더 따로 생성</a:t>
            </a:r>
            <a:endParaRPr b="1" sz="1500">
              <a:solidFill>
                <a:srgbClr val="FF0000"/>
              </a:solidFill>
            </a:endParaRPr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9800" y="1199950"/>
            <a:ext cx="2881925" cy="3380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4850" y="2259725"/>
            <a:ext cx="3679349" cy="211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
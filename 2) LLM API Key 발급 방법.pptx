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6e32ec41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6e32ec41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6e32ec41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6e32ec41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6e32ec41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6e32ec41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6e32ec41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6e32ec41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6e32ec41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6e32ec41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6e32ec41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6e32ec41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6e32ec41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6e32ec41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6e32ec41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6e32ec41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6e32ec41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6e32ec41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7423db3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7423db3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hyperlink" Target="https://buly.kr/8TtHBVE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110100"/>
            <a:ext cx="45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Google AI Studio 활용하기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4200"/>
            <a:ext cx="6939958" cy="42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817900" y="1486225"/>
            <a:ext cx="6255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0) </a:t>
            </a:r>
            <a:r>
              <a:rPr lang="ko"/>
              <a:t>사이트에 들어가기 전에 이미 구글 로그인이 되어있는 상태여야 함</a:t>
            </a:r>
            <a:endParaRPr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링크: </a:t>
            </a:r>
            <a:r>
              <a:rPr lang="ko" u="sng">
                <a:solidFill>
                  <a:schemeClr val="hlink"/>
                </a:solidFill>
                <a:hlinkClick r:id="rId4"/>
              </a:rPr>
              <a:t>https://buly.kr/8TtHBVE</a:t>
            </a:r>
            <a:endParaRPr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0" y="110100"/>
            <a:ext cx="45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Google AI Studio 활용하기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4200"/>
            <a:ext cx="8839199" cy="41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860375" y="3238075"/>
            <a:ext cx="40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arenR"/>
            </a:pPr>
            <a:r>
              <a:rPr lang="ko">
                <a:solidFill>
                  <a:schemeClr val="lt1"/>
                </a:solidFill>
              </a:rPr>
              <a:t>Get started </a:t>
            </a:r>
            <a:r>
              <a:rPr lang="ko">
                <a:solidFill>
                  <a:schemeClr val="lt1"/>
                </a:solidFill>
              </a:rPr>
              <a:t>를 눌러서 메인 페이지 입장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46725"/>
            <a:ext cx="8839199" cy="4089994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0" y="110100"/>
            <a:ext cx="45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Google AI Studio 활용하기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5465950" y="3599875"/>
            <a:ext cx="330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2) 필수 동의 후 계속 클릭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0" y="110100"/>
            <a:ext cx="45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Google AI Studio 활용하기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4200"/>
            <a:ext cx="8839200" cy="390398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152400" y="2742625"/>
            <a:ext cx="330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3</a:t>
            </a:r>
            <a:r>
              <a:rPr lang="ko">
                <a:solidFill>
                  <a:schemeClr val="dk1"/>
                </a:solidFill>
              </a:rPr>
              <a:t>) Dashboard </a:t>
            </a:r>
            <a:r>
              <a:rPr lang="ko">
                <a:solidFill>
                  <a:schemeClr val="dk1"/>
                </a:solidFill>
              </a:rPr>
              <a:t>입장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0" y="110100"/>
            <a:ext cx="45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Google AI Studio 활용하기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4200"/>
            <a:ext cx="8839203" cy="413493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1607375" y="1952000"/>
            <a:ext cx="330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4</a:t>
            </a:r>
            <a:r>
              <a:rPr lang="ko">
                <a:solidFill>
                  <a:schemeClr val="dk1"/>
                </a:solidFill>
              </a:rPr>
              <a:t>) API </a:t>
            </a:r>
            <a:r>
              <a:rPr lang="ko">
                <a:solidFill>
                  <a:schemeClr val="dk1"/>
                </a:solidFill>
              </a:rPr>
              <a:t>키 만들기 클릭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/>
        </p:nvSpPr>
        <p:spPr>
          <a:xfrm>
            <a:off x="0" y="110100"/>
            <a:ext cx="45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Google AI Studio 활용하기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4200"/>
            <a:ext cx="8839200" cy="3940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725" y="3152425"/>
            <a:ext cx="3092275" cy="1991075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2" name="Google Shape;92;p18"/>
          <p:cNvSpPr txBox="1"/>
          <p:nvPr/>
        </p:nvSpPr>
        <p:spPr>
          <a:xfrm>
            <a:off x="4572000" y="1578650"/>
            <a:ext cx="330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5</a:t>
            </a:r>
            <a:r>
              <a:rPr lang="ko">
                <a:solidFill>
                  <a:schemeClr val="dk1"/>
                </a:solidFill>
              </a:rPr>
              <a:t>) </a:t>
            </a:r>
            <a:r>
              <a:rPr lang="ko">
                <a:solidFill>
                  <a:schemeClr val="dk1"/>
                </a:solidFill>
              </a:rPr>
              <a:t>원하는 키 이름 지정 (아래는 참고)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/>
        </p:nvSpPr>
        <p:spPr>
          <a:xfrm>
            <a:off x="0" y="110100"/>
            <a:ext cx="45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Google AI Studio 활용하기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4200"/>
            <a:ext cx="8839200" cy="419401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/>
          <p:nvPr/>
        </p:nvSpPr>
        <p:spPr>
          <a:xfrm>
            <a:off x="5316525" y="3657075"/>
            <a:ext cx="511200" cy="385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5043900" y="4079600"/>
            <a:ext cx="330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6</a:t>
            </a:r>
            <a:r>
              <a:rPr lang="ko">
                <a:solidFill>
                  <a:schemeClr val="dk1"/>
                </a:solidFill>
              </a:rPr>
              <a:t>) </a:t>
            </a:r>
            <a:r>
              <a:rPr lang="ko">
                <a:solidFill>
                  <a:schemeClr val="dk1"/>
                </a:solidFill>
              </a:rPr>
              <a:t>키 복사 !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/>
        </p:nvSpPr>
        <p:spPr>
          <a:xfrm>
            <a:off x="0" y="110100"/>
            <a:ext cx="45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Google AI Studio 활용하기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4200"/>
            <a:ext cx="8839200" cy="4194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/>
          <p:nvPr/>
        </p:nvSpPr>
        <p:spPr>
          <a:xfrm>
            <a:off x="3612300" y="2263950"/>
            <a:ext cx="5379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참고로 다른 곳과 다르게 생성 시 복사하지 않더라도, </a:t>
            </a:r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계속 API 키 복사 가능함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/>
        </p:nvSpPr>
        <p:spPr>
          <a:xfrm>
            <a:off x="0" y="110100"/>
            <a:ext cx="45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Google AI Studio 활용하기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4200"/>
            <a:ext cx="8839200" cy="419401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1"/>
          <p:cNvSpPr txBox="1"/>
          <p:nvPr/>
        </p:nvSpPr>
        <p:spPr>
          <a:xfrm>
            <a:off x="3313700" y="823600"/>
            <a:ext cx="439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7</a:t>
            </a:r>
            <a:r>
              <a:rPr lang="ko">
                <a:solidFill>
                  <a:schemeClr val="dk1"/>
                </a:solidFill>
              </a:rPr>
              <a:t>) </a:t>
            </a:r>
            <a:r>
              <a:rPr lang="ko">
                <a:solidFill>
                  <a:schemeClr val="dk1"/>
                </a:solidFill>
              </a:rPr>
              <a:t>비율 제한 탭에서 얼마나 사용했는지 확인 가능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/>
        </p:nvSpPr>
        <p:spPr>
          <a:xfrm>
            <a:off x="0" y="110100"/>
            <a:ext cx="45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Google AI Studio 활용하기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25" y="1392175"/>
            <a:ext cx="7767326" cy="368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3629" y="110100"/>
            <a:ext cx="4824555" cy="272415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2" name="Google Shape;122;p22"/>
          <p:cNvSpPr txBox="1"/>
          <p:nvPr/>
        </p:nvSpPr>
        <p:spPr>
          <a:xfrm>
            <a:off x="81625" y="717438"/>
            <a:ext cx="439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우리는 일일 요청 수 제한이 500건인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Gemini 3.5 Flash Lite </a:t>
            </a:r>
            <a:r>
              <a:rPr lang="ko">
                <a:solidFill>
                  <a:schemeClr val="dk1"/>
                </a:solidFill>
              </a:rPr>
              <a:t>사용 예정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/>
        </p:nvSpPr>
        <p:spPr>
          <a:xfrm>
            <a:off x="0" y="110100"/>
            <a:ext cx="45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Google AI Studio 활용하기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8" name="Google Shape;128;p23"/>
          <p:cNvSpPr txBox="1"/>
          <p:nvPr/>
        </p:nvSpPr>
        <p:spPr>
          <a:xfrm>
            <a:off x="324750" y="671863"/>
            <a:ext cx="439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7) 코랩에 API key 등록하기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172" y="2571750"/>
            <a:ext cx="3037047" cy="234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425" y="1172150"/>
            <a:ext cx="3213275" cy="223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2201" y="1458725"/>
            <a:ext cx="4357876" cy="336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3"/>
          <p:cNvSpPr txBox="1"/>
          <p:nvPr/>
        </p:nvSpPr>
        <p:spPr>
          <a:xfrm>
            <a:off x="6418400" y="1006625"/>
            <a:ext cx="238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GOOGLE_API_KEY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33" name="Google Shape;133;p23"/>
          <p:cNvSpPr/>
          <p:nvPr/>
        </p:nvSpPr>
        <p:spPr>
          <a:xfrm>
            <a:off x="5158700" y="1230800"/>
            <a:ext cx="1147225" cy="1139625"/>
          </a:xfrm>
          <a:custGeom>
            <a:rect b="b" l="l" r="r" t="t"/>
            <a:pathLst>
              <a:path extrusionOk="0" h="45585" w="45889">
                <a:moveTo>
                  <a:pt x="0" y="45585"/>
                </a:moveTo>
                <a:cubicBezTo>
                  <a:pt x="355" y="40267"/>
                  <a:pt x="225" y="34634"/>
                  <a:pt x="2431" y="29782"/>
                </a:cubicBezTo>
                <a:cubicBezTo>
                  <a:pt x="4746" y="24690"/>
                  <a:pt x="10976" y="22287"/>
                  <a:pt x="16106" y="20057"/>
                </a:cubicBezTo>
                <a:cubicBezTo>
                  <a:pt x="19441" y="18607"/>
                  <a:pt x="23585" y="15822"/>
                  <a:pt x="26743" y="17626"/>
                </a:cubicBezTo>
                <a:cubicBezTo>
                  <a:pt x="29607" y="19262"/>
                  <a:pt x="19763" y="21278"/>
                  <a:pt x="17018" y="19449"/>
                </a:cubicBezTo>
                <a:cubicBezTo>
                  <a:pt x="14979" y="18091"/>
                  <a:pt x="15141" y="14408"/>
                  <a:pt x="16106" y="12156"/>
                </a:cubicBezTo>
                <a:cubicBezTo>
                  <a:pt x="20329" y="2300"/>
                  <a:pt x="35717" y="3391"/>
                  <a:pt x="45889" y="0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